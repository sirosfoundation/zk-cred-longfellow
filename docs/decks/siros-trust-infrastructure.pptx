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artefacts, one story: g119612 is the engine, trust-lists is the governed source of truth, trust.siros.org is the published, signed output that wallets and verifiers consume.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EUDI ecosystem is mid-migration: XML TSLs exist today, JSON LoTEs are where it is heading. Supporting both, and converting between them,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separation: code, data, output. Each has its own release and review cadence.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unopinionated about caching and availability — fetch from a CDN, the library stays reentrant.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abstraction is what lets trust-lists stay pure data: each directory carries its own .pipeline.yaml.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claim is the real product here — the file format is incidental, the review trail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Signing mode is a repository variable, so promoting from dev to hardware is a configuration change, not a code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mix is deliberate: demo schemes to exercise the tooling, plus real interop targets like EWC and multipaz.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stressing that steps 4 and 5 are the same code contributors run locally — no bespoke publishing machinery.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reuse: the invitation is for other schemes to run the same pipeline rather than to depend on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Lists
</a:t>
            </a:r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EUDI Wallet Ecosystem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Standards-based, PR-governed and HSM-signed trust anchors — from source data in Git to signed ETSI documents on the public web.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41148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43342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32" y="4431000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4334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g119612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32688" y="4882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and tsl-tool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52544" y="41148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45152" y="43342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896" y="4431000"/>
            <a:ext cx="227137" cy="227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75504" y="4334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trust-lists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645152" y="4882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and CI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65008" y="41148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7616" y="43342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360" y="4431000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87968" y="4334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trust.siros.org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57616" y="4882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lists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40080" y="614476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SIROS Foundation   ·   ETSI TS 119 612   ·   ETSI TS 119 602   ·   BSD-2-Clause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Authorised To Do What?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issuer, a wallet and a verifier each have to answer the same question about the other side: is this counterpart recognised by the scheme? A trust list is the signed, publicly fetchable answer.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83664"/>
            <a:ext cx="3493008" cy="1060704"/>
          </a:xfrm>
          <a:prstGeom prst="roundRect">
            <a:avLst>
              <a:gd name="adj" fmla="val 10345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11226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2" y="2209008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084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463040" y="2359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credentials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386584" y="2944368"/>
            <a:ext cx="0" cy="402336"/>
          </a:xfrm>
          <a:prstGeom prst="line">
            <a:avLst/>
          </a:prstGeom>
          <a:noFill/>
          <a:ln w="15875">
            <a:solidFill>
              <a:srgbClr val="DCE1E5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4352544" y="1883664"/>
            <a:ext cx="3493008" cy="1060704"/>
          </a:xfrm>
          <a:prstGeom prst="roundRect">
            <a:avLst>
              <a:gd name="adj" fmla="val 10345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45152" y="211226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896" y="2209008"/>
            <a:ext cx="227137" cy="2271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75504" y="2084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Unit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175504" y="2359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and presents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99048" y="2944368"/>
            <a:ext cx="0" cy="402336"/>
          </a:xfrm>
          <a:prstGeom prst="line">
            <a:avLst/>
          </a:prstGeom>
          <a:noFill/>
          <a:ln w="15875">
            <a:solidFill>
              <a:srgbClr val="DCE1E5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8065008" y="1883664"/>
            <a:ext cx="3493008" cy="1060704"/>
          </a:xfrm>
          <a:prstGeom prst="roundRect">
            <a:avLst>
              <a:gd name="adj" fmla="val 10345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7616" y="211226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360" y="2209008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87968" y="2084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887968" y="2359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and checks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811512" y="2944368"/>
            <a:ext cx="0" cy="402336"/>
          </a:xfrm>
          <a:prstGeom prst="line">
            <a:avLst/>
          </a:prstGeom>
          <a:noFill/>
          <a:ln w="15875">
            <a:solidFill>
              <a:srgbClr val="DCE1E5"/>
            </a:solidFill>
            <a:prstDash val="dash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376" y="2313432"/>
            <a:ext cx="201168" cy="201168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2313432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40080" y="3346704"/>
            <a:ext cx="10911535" cy="694944"/>
          </a:xfrm>
          <a:prstGeom prst="roundRect">
            <a:avLst>
              <a:gd name="adj" fmla="val 15789"/>
            </a:avLst>
          </a:prstGeom>
          <a:solidFill>
            <a:srgbClr val="295CA3"/>
          </a:solidFill>
          <a:ln w="12700">
            <a:solidFill>
              <a:srgbClr val="295CA3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14400" y="34655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95CA3"/>
          </a:solidFill>
          <a:ln w="12700">
            <a:solidFill>
              <a:srgbClr val="295CA3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" y="3570732"/>
            <a:ext cx="246888" cy="2468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499616" y="3346704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list — the shared anchor of authority</a:t>
            </a:r>
            <a:endParaRPr lang="en-US" sz="1500" dirty="0"/>
          </a:p>
        </p:txBody>
      </p:sp>
      <p:sp>
        <p:nvSpPr>
          <p:cNvPr id="29" name="Shape 20"/>
          <p:cNvSpPr/>
          <p:nvPr/>
        </p:nvSpPr>
        <p:spPr>
          <a:xfrm>
            <a:off x="640080" y="4261104"/>
            <a:ext cx="5120640" cy="1426464"/>
          </a:xfrm>
          <a:prstGeom prst="roundRect">
            <a:avLst>
              <a:gd name="adj" fmla="val 7692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932688" y="44805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432" y="4577304"/>
            <a:ext cx="227137" cy="227137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463040" y="44622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ETSI TS 119 612</a:t>
            </a:r>
            <a:endParaRPr lang="en-US" sz="1050" dirty="0"/>
          </a:p>
        </p:txBody>
      </p:sp>
      <p:sp>
        <p:nvSpPr>
          <p:cNvPr id="33" name="Text 23"/>
          <p:cNvSpPr/>
          <p:nvPr/>
        </p:nvSpPr>
        <p:spPr>
          <a:xfrm>
            <a:off x="146304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Status List (TSL)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932688" y="50474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XML, signed with XML-DSIG / XAdES. The format the EU LOTL and the national lists already use.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6126480" y="4261104"/>
            <a:ext cx="5120640" cy="1426464"/>
          </a:xfrm>
          <a:prstGeom prst="roundRect">
            <a:avLst>
              <a:gd name="adj" fmla="val 7692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419088" y="44805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832" y="4577304"/>
            <a:ext cx="227137" cy="227137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49440" y="44622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ETSI TS 119 602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694944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Trusted Entities (LoTE)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6419088" y="50474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JSON, signed with JWS. The newer, wallet-friendly format, with LoTL for lists of lists.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formats are first-class here — and one converts to the other.</a:t>
            </a:r>
            <a:endParaRPr lang="en-US" sz="950" dirty="0"/>
          </a:p>
        </p:txBody>
      </p:sp>
      <p:sp>
        <p:nvSpPr>
          <p:cNvPr id="43" name="Text 32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Repositories, One Pipeline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data and published output are cleanly separated, each with its own review and release cadence.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83664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1579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2263140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g119612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32688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32688" y="354787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library for TS 119 612 and TS 119 602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tsl-tool CLI, driven by YAML pipelines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as a GitHub Action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52544" y="1883664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45152" y="21579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308" y="2263140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45152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trust-lists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45152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of truth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645152" y="354787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and providers as YAML plus certs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is a reviewed pull request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history is the audit log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65008" y="1883664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7616" y="21579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2" y="2263140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57616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trust.siros.org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57616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published output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357616" y="354787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LoTE JSON and JWS, TSL XML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to GitHub Pages on merge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Fetched by wallets, verifiers, PDPs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4882896"/>
            <a:ext cx="10911535" cy="786384"/>
          </a:xfrm>
          <a:prstGeom prst="roundRect">
            <a:avLst>
              <a:gd name="adj" fmla="val 13953"/>
            </a:avLst>
          </a:prstGeom>
          <a:solidFill>
            <a:srgbClr val="F1F3F4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32688" y="4882896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Downstream:  </a:t>
            </a:r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go-trust consumes the published lists as an AuthZEN Trust Decision Point — parallel evaluation across ETSI TSL, LoTE, OpenID Federation and DID Web.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github.com/sirosfoundation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Library, Both ETSI Formats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g119612 handles the XML and the JSON worlds side by side, and converts between them.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2139696"/>
          </a:xfrm>
          <a:prstGeom prst="roundRect">
            <a:avLst>
              <a:gd name="adj" fmla="val 5128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02996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2" y="2126712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0299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119 612 · TSL (XML)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32688" y="25603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parsing and structural validation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digital signature validation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x509.CertPool straight from a TSL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Brainpool curves via go-cryptoutil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XSLT transform to browsable HTML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26480" y="1828800"/>
            <a:ext cx="5120640" cy="2139696"/>
          </a:xfrm>
          <a:prstGeom prst="roundRect">
            <a:avLst>
              <a:gd name="adj" fmla="val 5128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19088" y="202996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832" y="2126712"/>
            <a:ext cx="227137" cy="227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20299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119 602 · LoTE (JSON)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19088" y="25603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Parse, generate, validate and publish LoTEs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 to LoTE conversion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 signing — file keys or PKCS#11 / HSM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X.509, JWK and DID identities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and sequence-number management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58368" y="4114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  </a:t>
            </a:r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etsi119612 · etsi119602 · dsig · jws · pipeline · xslt · validation · resilience · logging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517136"/>
            <a:ext cx="2560320" cy="1152144"/>
          </a:xfrm>
          <a:prstGeom prst="roundRect">
            <a:avLst>
              <a:gd name="adj" fmla="val 95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96112" y="46268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13.1k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96112" y="51206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library code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401568" y="4517136"/>
            <a:ext cx="2560320" cy="1152144"/>
          </a:xfrm>
          <a:prstGeom prst="roundRect">
            <a:avLst>
              <a:gd name="adj" fmla="val 95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0" y="46268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15.0k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3657600" y="51206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tests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63056" y="4517136"/>
            <a:ext cx="2560320" cy="1152144"/>
          </a:xfrm>
          <a:prstGeom prst="roundRect">
            <a:avLst>
              <a:gd name="adj" fmla="val 95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19088" y="46268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1.26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6419088" y="51206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reentrant, no caching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924544" y="4517136"/>
            <a:ext cx="2560320" cy="1152144"/>
          </a:xfrm>
          <a:prstGeom prst="roundRect">
            <a:avLst>
              <a:gd name="adj" fmla="val 95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80576" y="46268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BSD-2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9180576" y="51206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OpenSSF Scorecard tracked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pkg.go.dev/github.com/sirosfoundation/g119612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Not Bespoke Scripts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trust list is produced by a YAML pipeline that runs identically on a laptop and in CI.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02996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2" y="2126712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0299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pipeline.yaml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32688" y="2596896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set-fetch-options: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timeout:60s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load: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https://ec.europa.eu/tools/lotl/eu-lotl.xml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select: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reference-depth:2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convert-to-lote: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merge-lote: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increment-lote-sequence: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publish-lote: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${OUTPUT_DIR}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${PKCS11_URI}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44768" y="1828800"/>
            <a:ext cx="5413248" cy="13716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37376" y="202996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20" y="2126712"/>
            <a:ext cx="227137" cy="227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67728" y="20299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 steps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437376" y="25603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· select · transform · publish · generate · generate_index · report · set-fetch-options · log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44768" y="3383280"/>
            <a:ext cx="5413248" cy="13716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37376" y="35844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20" y="3681192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67728" y="358444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steps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37376" y="411480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load-lote · generate-lote · generate-lotl · convert-to-lote · merge-lote · increment-lote-sequence · publish-lote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4882896"/>
            <a:ext cx="10911535" cy="786384"/>
          </a:xfrm>
          <a:prstGeom prst="roundRect">
            <a:avLst>
              <a:gd name="adj" fmla="val 13953"/>
            </a:avLst>
          </a:prstGeom>
          <a:solidFill>
            <a:srgbClr val="F1F3F4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32688" y="4882896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in CI:  </a:t>
            </a:r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tsl-tool ships as a composite GitHub Action — </a:t>
            </a:r>
            <a:pPr indent="0" marL="0">
              <a:buNone/>
            </a:pPr>
            <a:r>
              <a:rPr lang="en-US" sz="11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 sirosfoundation/g119612@v0.7.0</a:t>
            </a:r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the same pipeline file runs locally and in the trust-lists workflows.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YAML file per trust list decides what that list is and how it is signed.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Data As Code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anchors live in reviewed YAML and certificate files, not in a database somebody can edit quietly.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02996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2" y="2126712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0299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lists/&lt;instance&gt;/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32688" y="2596896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.pipeline.yaml     what this list is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scheme.yaml        operator, type, territory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lotl.yaml          pointers (lists of lists)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entities/          LoTE trusted entities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&lt;entity&gt;/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entity.yaml    names, entityId, services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cert.pem       X.509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key.jwk        JWK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providers/         TSL service providers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&lt;provider&gt;/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provider.yaml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&lt;service&gt;/cert.pem + cert.yaml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144768" y="184708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512" y="1943832"/>
            <a:ext cx="227137" cy="2271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75120" y="18288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675120" y="2084832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contributor opens a PR adding or amending an entity directory.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44768" y="2606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512" y="2702784"/>
            <a:ext cx="227137" cy="2271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75120" y="25877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675120" y="284378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every pipeline in validation mode — structure and certificates must parse.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44768" y="33649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512" y="3461736"/>
            <a:ext cx="227137" cy="22713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75120" y="3346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675120" y="3602736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approves the change to the trust anchor set. Nothing merges unreviewed.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144768" y="41239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512" y="4220688"/>
            <a:ext cx="227137" cy="22713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75120" y="41056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675120" y="4361688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to main rebuilds, signs and deploys the affected lists.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40080" y="4882896"/>
            <a:ext cx="10911535" cy="786384"/>
          </a:xfrm>
          <a:prstGeom prst="roundRect">
            <a:avLst>
              <a:gd name="adj" fmla="val 13953"/>
            </a:avLst>
          </a:prstGeom>
          <a:solidFill>
            <a:srgbClr val="F1F3F4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32688" y="4882896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 </a:t>
            </a:r>
            <a:pPr indent="0" marL="0">
              <a:buNone/>
            </a:pPr>
            <a:r>
              <a:rPr lang="en-US" sz="12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trusted entity, every certificate and every removal is attributable, reviewable and reversible in Git history.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github.com/sirosfoundation/trust-lists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Never Leave The Token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signing goes through one PKCS#11 interface, so the same pipeline runs against an ephemeral CI key or a hardware security module. Only the mode changes.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83664"/>
            <a:ext cx="3493008" cy="2615184"/>
          </a:xfrm>
          <a:prstGeom prst="roundRect">
            <a:avLst>
              <a:gd name="adj" fmla="val 4196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103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2" y="2199864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103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5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32688" y="2633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SoftHSM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32688" y="30175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key every build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32688" y="34747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GitHub-hosted runner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32688" y="39319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testing, quick validation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52544" y="1883664"/>
            <a:ext cx="3493008" cy="2615184"/>
          </a:xfrm>
          <a:prstGeom prst="roundRect">
            <a:avLst>
              <a:gd name="adj" fmla="val 4196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45152" y="2103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896" y="219986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75504" y="2103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5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softhsm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45152" y="2633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SoftHSM2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45152" y="30175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pinned to the host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645152" y="34747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runner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645152" y="39319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Staging, pre-production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065008" y="1883664"/>
            <a:ext cx="3493008" cy="2615184"/>
          </a:xfrm>
          <a:prstGeom prst="roundRect">
            <a:avLst>
              <a:gd name="adj" fmla="val 4196"/>
            </a:avLst>
          </a:prstGeom>
          <a:solidFill>
            <a:srgbClr val="EAEFF6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57616" y="2103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360" y="2199864"/>
            <a:ext cx="227137" cy="2271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87968" y="2103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5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yubihsm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357616" y="2633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YubiHSM 2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357616" y="30175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Hardware-held key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357616" y="34747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runner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357616" y="39319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 </a:t>
            </a:r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40080" y="47365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11" y="4824923"/>
            <a:ext cx="207386" cy="20738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33856" y="47365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to JWS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640080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lists are signed as JSON Web Signatures alongside the unsigned document.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352544" y="47365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875" y="4824923"/>
            <a:ext cx="207386" cy="20738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846320" y="47365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 to XML-DSIG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4352544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lists carry an enveloped XAdES signature.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8065008" y="47365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339" y="4824923"/>
            <a:ext cx="207386" cy="20738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558784" y="47365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 CI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8065008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proves signing certificate and key match before it publishes anything.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scheduled workflow reissues the signing certificate before it expires.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Live Today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trust lists are built and signed from this repository on every merge to main.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32688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list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0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035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157984"/>
            <a:ext cx="8595360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212848"/>
            <a:ext cx="8595360" cy="393192"/>
          </a:xfrm>
          <a:prstGeom prst="roundRect">
            <a:avLst>
              <a:gd name="adj" fmla="val 2790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2212848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siros-demo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0" y="221284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03520" y="2212848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scheme — SIROS Identity Credential Issuer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siros-demo-lotl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0" y="265176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03520" y="2651760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trusted lists, pointing at the demo LoTE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090672"/>
            <a:ext cx="8595360" cy="393192"/>
          </a:xfrm>
          <a:prstGeom prst="roundRect">
            <a:avLst>
              <a:gd name="adj" fmla="val 2790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688" y="3090672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multipaz.org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40480" y="309067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303520" y="309067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entity for the multipaz.org ecosystem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32688" y="3529584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digital-credentials.dev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40480" y="352958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303520" y="352958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entity for digital-credentials.dev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3968496"/>
            <a:ext cx="8595360" cy="393192"/>
          </a:xfrm>
          <a:prstGeom prst="roundRect">
            <a:avLst>
              <a:gd name="adj" fmla="val 2790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3968496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siros-multipaz-verifier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40480" y="396849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303520" y="3968496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SIROS-hosted multipaz-ppid verifier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32688" y="4407408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ewc-demo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840480" y="440740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 to LoTE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303520" y="4407408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EWC Consortium demo — 17 trust service providers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473184" y="1847088"/>
            <a:ext cx="2084832" cy="2926080"/>
          </a:xfrm>
          <a:prstGeom prst="roundRect">
            <a:avLst>
              <a:gd name="adj" fmla="val 5263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47504" y="206654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041" y="2159081"/>
            <a:ext cx="217261" cy="217261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747504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list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9747504" y="29077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.json  unsigned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.json.jws  signed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.xml  XML form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747504" y="3895344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 generated index.html listing every artefact.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40080" y="4956048"/>
            <a:ext cx="10911535" cy="713232"/>
          </a:xfrm>
          <a:prstGeom prst="roundRect">
            <a:avLst>
              <a:gd name="adj" fmla="val 15385"/>
            </a:avLst>
          </a:prstGeom>
          <a:solidFill>
            <a:srgbClr val="F1F3F4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32688" y="4956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points are stable URLs — </a:t>
            </a:r>
            <a:pPr indent="0" marL="0">
              <a:buNone/>
            </a:pPr>
            <a:r>
              <a:rPr lang="en-US" sz="1150" dirty="0">
                <a:solidFill>
                  <a:srgbClr val="121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https://trust.siros.org/&lt;instance&gt;.json</a:t>
            </a:r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served from GitHub Pages and referenced from the scheme metadata itself.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trust.siros.org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Pull Request To Trust Anchor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step in this chain is manual, and no step is unrecorded.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493008" cy="1664208"/>
          </a:xfrm>
          <a:prstGeom prst="roundRect">
            <a:avLst>
              <a:gd name="adj" fmla="val 6593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2494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2" y="2346168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2494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32688" y="27797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entity is added, amended or withdrawn under lists/.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52544" y="2011680"/>
            <a:ext cx="3493008" cy="1664208"/>
          </a:xfrm>
          <a:prstGeom prst="roundRect">
            <a:avLst>
              <a:gd name="adj" fmla="val 6593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45152" y="22494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896" y="2346168"/>
            <a:ext cx="227137" cy="227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75504" y="22494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645152" y="27797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each pipeline with tsl-tool; malformed data never merges.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65008" y="2011680"/>
            <a:ext cx="3493008" cy="1664208"/>
          </a:xfrm>
          <a:prstGeom prst="roundRect">
            <a:avLst>
              <a:gd name="adj" fmla="val 6593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7616" y="22494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360" y="2346168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87968" y="22494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merge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357616" y="27797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maintainer approves; main becomes the new state of the world.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895344"/>
            <a:ext cx="3493008" cy="1664208"/>
          </a:xfrm>
          <a:prstGeom prst="roundRect">
            <a:avLst>
              <a:gd name="adj" fmla="val 6593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32688" y="413308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432" y="4229832"/>
            <a:ext cx="227137" cy="2271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sign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32688" y="4663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regenerate every list and sign via PKCS#11 — JWS or XAdES.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52544" y="3895344"/>
            <a:ext cx="3493008" cy="1664208"/>
          </a:xfrm>
          <a:prstGeom prst="roundRect">
            <a:avLst>
              <a:gd name="adj" fmla="val 6593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45152" y="413308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896" y="4229832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75504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645152" y="4663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 and a fresh index deploy to GitHub Pages at trust.siros.org.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65008" y="3895344"/>
            <a:ext cx="3493008" cy="1664208"/>
          </a:xfrm>
          <a:prstGeom prst="roundRect">
            <a:avLst>
              <a:gd name="adj" fmla="val 6593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7616" y="413308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360" y="4229832"/>
            <a:ext cx="227137" cy="22713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87968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3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8357616" y="4663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Wallets, verifiers and go-trust fetch the list and build a certificate pool.</a:t>
            </a:r>
            <a:endParaRPr lang="en-US" sz="11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1376" y="2743200"/>
            <a:ext cx="201168" cy="201168"/>
          </a:xfrm>
          <a:prstGeom prst="rect">
            <a:avLst/>
          </a:prstGeom>
        </p:spPr>
      </p:pic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2743200"/>
            <a:ext cx="201168" cy="201168"/>
          </a:xfrm>
          <a:prstGeom prst="rect">
            <a:avLst/>
          </a:prstGeom>
        </p:spPr>
      </p:pic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4626864"/>
            <a:ext cx="201168" cy="201168"/>
          </a:xfrm>
          <a:prstGeom prst="rect">
            <a:avLst/>
          </a:prstGeom>
        </p:spPr>
      </p:pic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0" y="4626864"/>
            <a:ext cx="201168" cy="201168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from merge to a signed list on the public web.</a:t>
            </a:r>
            <a:endParaRPr lang="en-US" sz="950" dirty="0"/>
          </a:p>
        </p:txBody>
      </p:sp>
      <p:sp>
        <p:nvSpPr>
          <p:cNvPr id="41" name="Text 28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ro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29184"/>
            <a:ext cx="1554480" cy="518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86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It This Way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formats, open code, and a governance trail anyone can audit.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83664"/>
            <a:ext cx="5120640" cy="1243584"/>
          </a:xfrm>
          <a:prstGeom prst="roundRect">
            <a:avLst>
              <a:gd name="adj" fmla="val 88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103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2" y="2199864"/>
            <a:ext cx="227137" cy="227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1031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first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32688" y="2615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proprietary in the wire formats: ETSI TS 119 612 and TS 119 602, verifiable by any conforming implementation.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1883664"/>
            <a:ext cx="5120640" cy="1243584"/>
          </a:xfrm>
          <a:prstGeom prst="roundRect">
            <a:avLst>
              <a:gd name="adj" fmla="val 88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19088" y="2103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832" y="2199864"/>
            <a:ext cx="227137" cy="227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21031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by construction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419088" y="2615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anchors live in reviewed YAML, and every change to the anchor set is attributable in Git.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364992"/>
            <a:ext cx="5120640" cy="1243584"/>
          </a:xfrm>
          <a:prstGeom prst="roundRect">
            <a:avLst>
              <a:gd name="adj" fmla="val 88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32688" y="35844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432" y="3681192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5844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Hardware-backed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32688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PKCS#11 path from laptop to YubiHSM; the production key never leaves the token.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26480" y="3364992"/>
            <a:ext cx="5120640" cy="1243584"/>
          </a:xfrm>
          <a:prstGeom prst="roundRect">
            <a:avLst>
              <a:gd name="adj" fmla="val 8824"/>
            </a:avLst>
          </a:prstGeom>
          <a:solidFill>
            <a:srgbClr val="F6F7F9"/>
          </a:solidFill>
          <a:ln w="12700">
            <a:solidFill>
              <a:srgbClr val="DCE1E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19088" y="35844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832" y="3681192"/>
            <a:ext cx="227137" cy="2271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49440" y="35844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419088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g119612 is an independent BSD-2 library — the pipeline works for anyone's trust list, not just ours.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" y="4864608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295CA3"/>
          </a:solidFill>
          <a:ln w="12700">
            <a:solidFill>
              <a:srgbClr val="295CA3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32688" y="486460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BD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trust.siros.org   ·   github.com/sirosfoundation/trust-lists   ·   github.com/sirosfoundation/g119612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640080" y="6144768"/>
            <a:ext cx="10911535" cy="0"/>
          </a:xfrm>
          <a:prstGeom prst="line">
            <a:avLst/>
          </a:prstGeom>
          <a:noFill/>
          <a:ln w="12700">
            <a:solidFill>
              <a:srgbClr val="DCE1E5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0080" y="62362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SIROS Foundation   ·   Bredgränd 4, 111 30 Stockholm, Sweden   ·   info@siros.org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002975" y="6236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SIROS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SIROS Trust Infrastructure</dc:title>
  <dc:subject>PptxGenJS Presentation</dc:subject>
  <dc:creator>SIROS Foundation</dc:creator>
  <cp:lastModifiedBy>SIROS Foundation</cp:lastModifiedBy>
  <cp:revision>1</cp:revision>
  <dcterms:created xsi:type="dcterms:W3CDTF">2026-08-25T06:49:16Z</dcterms:created>
  <dcterms:modified xsi:type="dcterms:W3CDTF">2026-08-25T06:49:16Z</dcterms:modified>
</cp:coreProperties>
</file>